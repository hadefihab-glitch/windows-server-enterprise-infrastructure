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20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566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49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CFC9"/>
                </a:solidFill>
              </a:rPr>
              <a:t>PROJET PERSONNEL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7589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3600" dirty="0">
                <a:solidFill>
                  <a:schemeClr val="bg1"/>
                </a:solidFill>
              </a:rPr>
              <a:t>Mise en place d’une infrastructure d’entreprise sous Windows Server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" y="32186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9D7E5"/>
                </a:solidFill>
              </a:rPr>
              <a:t>Windows Server • Active Directory • DNS • DHCP • GPO • pfSense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" y="4206240"/>
            <a:ext cx="7498080" cy="0"/>
          </a:xfrm>
          <a:prstGeom prst="line">
            <a:avLst/>
          </a:prstGeom>
          <a:noFill/>
          <a:ln w="25400">
            <a:solidFill>
              <a:srgbClr val="147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828032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13 captures techniques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Une étape par page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14400" y="74797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IHAB HADEF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8028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7E5"/>
                </a:solidFill>
              </a:rPr>
              <a:t>Systèmes, Réseaux &amp; Cloud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01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Services Windows Server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Tableau de bord Windows Server – Services AD DS, DNS et DH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41165"/>
            <a:ext cx="8193024" cy="60182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02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Plage d’adresses DHCP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Configuration de la plage d’adresses DHCP sous Windows 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75995"/>
            <a:ext cx="8193024" cy="614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03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Interfaces WAN et LAN de pfSense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Configuration des interfaces réseau WAN et LAN de pfS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346540"/>
            <a:ext cx="8193024" cy="48075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04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Tableau de bord pfSense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Interface Web d’administration de pfSense – Tableau de b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17825"/>
            <a:ext cx="8193024" cy="6064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05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Vérification réseau du serveur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Vérification de la configuration réseau DHCP et de la passerelle pfS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811425"/>
            <a:ext cx="8193024" cy="58777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06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Organisation des OU et des utilisateurs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Création des OU RH et Direction et gestion des utilisateurs dans Active Dir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010640"/>
            <a:ext cx="8193024" cy="34793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07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OU Direction et utilisateur Ahmed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Création de l’OU Direction et ajout de l’utilisateur Ahmed Directe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27858"/>
            <a:ext cx="8193024" cy="60448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08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Groupe de sécurité GRP-RH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Ajout des utilisateurs RH au groupe de sécurité GRP-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51819"/>
            <a:ext cx="8193024" cy="63969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09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Configuration de la GPO Direction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Configuration de la GPO Direction – Restriction du Gestionnaire des tâch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70195"/>
            <a:ext cx="8193024" cy="61602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Validation de la GPO-DIRECTION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Vérification de l’application de la GPO-DIRECTION sur l’utilisateur Ahmed Directe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81317"/>
            <a:ext cx="8193024" cy="43379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Configuration IP du poste client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Vérification de la configuration IP du poste Ahmed Directeur et de la passerelle pfS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29577"/>
            <a:ext cx="8193024" cy="5641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12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Compte connecté au domaine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Vérification de la connexion de l’utilisateur Ahmed Directeur au domaine Active Dir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882383"/>
            <a:ext cx="8193024" cy="5735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9319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3E6"/>
                </a:solidFill>
              </a:rPr>
              <a:t>13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Connexion de l’utilisateur Active Directory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269480"/>
          </a:xfrm>
          <a:prstGeom prst="roundRect">
            <a:avLst>
              <a:gd name="adj" fmla="val 75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blurRad="25400" dist="50800" dir="2700000" algn="bl" rotWithShape="0">
              <a:srgbClr val="829AB1">
                <a:alpha val="16000"/>
              </a:srgbClr>
            </a:outerShdw>
          </a:effectLst>
        </p:spPr>
      </p:sp>
      <p:pic>
        <p:nvPicPr>
          <p:cNvPr id="6" name="Image 0" descr="/workspace/scratch/7042e3e6409c/upload/Connexion réussie d’un utilisateur Active Directory sur un poste cl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72263"/>
            <a:ext cx="8193024" cy="59560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6685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2606D"/>
                </a:solidFill>
              </a:rPr>
              <a:t>Ihab Hadaf  •  Projet Windows Server &amp; pfSense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86685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</a:rPr>
              <a:t>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240</Words>
  <Application>Microsoft Office PowerPoint</Application>
  <PresentationFormat>Custom</PresentationFormat>
  <Paragraphs>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Windows Server, Active Directory et pfSense</dc:title>
  <dc:subject>Carrousel LinkedIn avec une capture par page</dc:subject>
  <dc:creator>Ihab Hadaf</dc:creator>
  <cp:lastModifiedBy>hadef ihab</cp:lastModifiedBy>
  <cp:revision>2</cp:revision>
  <dcterms:created xsi:type="dcterms:W3CDTF">2026-09-19T21:20:26Z</dcterms:created>
  <dcterms:modified xsi:type="dcterms:W3CDTF">2026-09-19T21:30:17Z</dcterms:modified>
</cp:coreProperties>
</file>